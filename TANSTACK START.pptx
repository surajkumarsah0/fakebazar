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1CAED-7CA3-4268-6FDF-9C7BD5943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08B625-5358-8AE1-EEA6-009E0E643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17463-0BF9-F5D7-27E5-CB5F39E08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5BDD-C6B2-45E7-8363-507EC41B81E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89C25-5857-7B72-097F-8C5B615CC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E1DF6-A117-EC8A-9AAE-2C706BDAF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30792-DF2E-4A4B-B829-29DE8D492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543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B7DA2-C62E-C673-5D90-ED11335C9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83E29-9E1E-5D75-1B6A-ECB422C8C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A4A3E-43D7-02D0-1A22-13E7C0531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5BDD-C6B2-45E7-8363-507EC41B81E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40CDB-4B4F-5420-761A-2EA337DBB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047E0-5AD7-A6FA-B050-E26A0F296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30792-DF2E-4A4B-B829-29DE8D492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429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AE699-2A82-6A8A-113D-B6631F94D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AEA2E-ACD7-5C80-B440-33E509BA7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6A366-D874-BD66-DD9C-795F1EDC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5BDD-C6B2-45E7-8363-507EC41B81E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4FA08-2B6D-FBAA-CF97-3D174578A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13243-FD26-26D8-C4FA-AB544CF17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30792-DF2E-4A4B-B829-29DE8D492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98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224FC-4E88-B35D-5177-5B000DEA5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AD1AA-9DB6-E077-D525-3B1E3D0061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BE28CF-7EDF-2B9E-C9CA-B19565901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E3C08A-01C6-731A-C06E-B20807572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5BDD-C6B2-45E7-8363-507EC41B81E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E0455C-6ED3-2BBA-AF7E-C44340CA2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567BA-A538-D739-3F98-6F7F2DFF3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30792-DF2E-4A4B-B829-29DE8D492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364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24147-35F5-FF97-EB60-C0BD51C08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1FFF2-4E19-488C-1665-590C4C7B8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0CC9B9-8552-5D3B-BE54-E894E2866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B5AF16-A31F-96DE-B65A-4B1A31C484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34CA0A-1ED6-51AE-30F2-9A4EA2C4C7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D13EF9-5185-6B00-0EEB-C6DBAEDDF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5BDD-C6B2-45E7-8363-507EC41B81E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89AD6E-13C9-7BE8-7EDC-7E93DF1A3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02C181-01EE-74DC-A232-1E98B095D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30792-DF2E-4A4B-B829-29DE8D492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789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99818-D90F-7282-9EC6-DF1013C2A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26E04E-837E-B601-CD7E-92E970F54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5BDD-C6B2-45E7-8363-507EC41B81E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02171E-88F7-148F-60B4-D56786CE8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DA74E-9C05-524E-8586-1D47C68DA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30792-DF2E-4A4B-B829-29DE8D492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947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8544AA-CB97-F366-2E2F-E5FFDB887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5BDD-C6B2-45E7-8363-507EC41B81E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839511-4EA3-3AC9-47EB-CF2AB2132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8A3BA-3BDA-36EA-3F25-D6A360BD0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30792-DF2E-4A4B-B829-29DE8D492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981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91E31-EF7C-6C8C-E9CC-8529B7F21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5EA37-E96F-A861-0293-3D048F5C5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17A0B-4404-1036-26FA-D281CD4AF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DC6724-B37E-C5B5-1753-F86876408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5BDD-C6B2-45E7-8363-507EC41B81E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D8A9B-E638-F484-3CE9-16C1849E8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DD4E8-3B1A-38AD-7298-F2381DCFF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30792-DF2E-4A4B-B829-29DE8D492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883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24819-4618-77D5-E98D-DFFE9A793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E9B5B7-E19D-C0DD-429E-DFBC8124AB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BFB26-BEF5-EA43-204A-717B40E226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AD057A-4467-F186-C57C-2D738B25D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5BDD-C6B2-45E7-8363-507EC41B81E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53000-2952-0E62-8DB9-7D645EB4C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9635F-FF34-3880-9CF9-881069452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30792-DF2E-4A4B-B829-29DE8D492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54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A8A3-7236-2918-1DB9-CD269245D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73A15F-8DC8-31FC-D769-23D5BE31D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509E9-3ADE-1A4A-D028-760552980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5BDD-C6B2-45E7-8363-507EC41B81E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948CA-2D51-9508-CAF9-AE8EF7F2B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5F70F-52BE-0C76-E408-75ECB747D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30792-DF2E-4A4B-B829-29DE8D492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548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0FAED1-5E47-16F6-260D-0F11B52E01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F9BA8-298A-B328-F2AB-26BB5141A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3F21E-C4F7-2E47-13F4-A09B4B4D8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65BDD-C6B2-45E7-8363-507EC41B81E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FEEC4-F400-88D5-CA5C-754DBEC70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5739E-F6A0-D3EE-A33C-A6D4808F3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30792-DF2E-4A4B-B829-29DE8D492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91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2EB2B6-C562-B339-78B8-A95D0C625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69AFB-525F-08C2-CBE4-036D8AC3B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AF041-664F-700E-EDFC-E46D6EA9A6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65BDD-C6B2-45E7-8363-507EC41B81EE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F4199-7785-5B0B-8648-C5DB769D0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0E68B-CAEE-DC6C-4E66-E150B6B166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F30792-DF2E-4A4B-B829-29DE8D492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848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CB46E-BBDD-6924-2847-5EFF95F82E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TANSTACK START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F0139A-D179-ABB3-36DC-41458A06F6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Full-Stack React Framework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Suraj Kumar Sah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126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465D2-9FE1-4CCC-C5DA-9A94E822A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TANSTACK START?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7D397-B3E8-0886-BA03-C74444722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Full-stack React framework built by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TanStack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TanStack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Router for routing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SSR, streaming, and server functions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for performance and developer experience</a:t>
            </a:r>
          </a:p>
        </p:txBody>
      </p:sp>
    </p:spTree>
    <p:extLst>
      <p:ext uri="{BB962C8B-B14F-4D97-AF65-F5344CB8AC3E}">
        <p14:creationId xmlns:p14="http://schemas.microsoft.com/office/powerpoint/2010/main" val="1982467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61598-25B7-C5DB-7B4A-736A757B5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329B4-097E-28BA-B757-7C6D85D72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File-based routing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Server-side rendering (SSR)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Type-safe routing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loading and caching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API/server functions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Vite powered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548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95F35-1C47-DCB3-90F9-9D7CCE1C2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USE TANSTACK START?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5DA45-990C-EA15-3DAB-D5F4C5A85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Fast performance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Better SEO with SSR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safety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Great developer experience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Works well with modern React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725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0957A-E324-B14B-3EC8-5DCECE515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B9B6B-12C9-21A1-0090-0ABC5524D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Load data using route loaders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Automatic caching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Better state management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async handling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132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C5022-558C-2F44-0249-679425DCF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E9BF0-CA20-0A46-C08E-94382BBB3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create secure server-side functions.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backend logic directly from frontend.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access database and APIs safely.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need for separate Express APIs.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187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6C784-B828-F4AB-AE1C-829B104D0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SSR &amp;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57601-CA97-3A6D-498D-E6AEAB393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Faster initial page load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Better SEO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Streaming support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Optimized rendering</a:t>
            </a:r>
          </a:p>
          <a:p>
            <a:pPr marL="0" indent="0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21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7FB5C-4B79-832A-37CD-AB56A212E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BBA27-F41C-A103-31D6-0DF64E628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Smaller community compared to Next.js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Documentation still growing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Learning curve for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TanStack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ecosystem</a:t>
            </a:r>
          </a:p>
          <a:p>
            <a:pPr marL="0" indent="0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086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07588-5018-8D79-F08E-5792BB952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F3AD3-FABC-C9FC-CFC5-BAA594985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Modern and powerful React framework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Excellent type safety and performance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Great choice for modern full-stack applications</a:t>
            </a:r>
          </a:p>
          <a:p>
            <a:pPr marL="0" indent="0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421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1C4BD2-0FE1-45EA-B70C-44EAE3D3FCA1}"/>
              </a:ext>
            </a:extLst>
          </p:cNvPr>
          <p:cNvSpPr txBox="1"/>
          <p:nvPr/>
        </p:nvSpPr>
        <p:spPr>
          <a:xfrm>
            <a:off x="1264158" y="3244334"/>
            <a:ext cx="96720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766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200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TANSTACK START</vt:lpstr>
      <vt:lpstr>WHAT IS TANSTACK START?</vt:lpstr>
      <vt:lpstr>CORE FEATURES</vt:lpstr>
      <vt:lpstr>WHY USE TANSTACK START?</vt:lpstr>
      <vt:lpstr>DATA LOADING</vt:lpstr>
      <vt:lpstr>SERVER FUNCTION</vt:lpstr>
      <vt:lpstr>SSR &amp; PERFORMANCE</vt:lpstr>
      <vt:lpstr>CHALLENGES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suraj sah</dc:creator>
  <cp:lastModifiedBy>suraj sah</cp:lastModifiedBy>
  <cp:revision>2</cp:revision>
  <dcterms:created xsi:type="dcterms:W3CDTF">2026-05-22T04:46:43Z</dcterms:created>
  <dcterms:modified xsi:type="dcterms:W3CDTF">2026-05-22T08:10:24Z</dcterms:modified>
</cp:coreProperties>
</file>